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230207" y="5135969"/>
            <a:ext cx="9636125" cy="997585"/>
          </a:xfrm>
          <a:custGeom>
            <a:avLst/>
            <a:gdLst/>
            <a:ahLst/>
            <a:cxnLst/>
            <a:rect l="l" t="t" r="r" b="b"/>
            <a:pathLst>
              <a:path w="9636125" h="997585">
                <a:moveTo>
                  <a:pt x="9635832" y="997351"/>
                </a:moveTo>
                <a:lnTo>
                  <a:pt x="0" y="997351"/>
                </a:lnTo>
                <a:lnTo>
                  <a:pt x="0" y="0"/>
                </a:lnTo>
                <a:lnTo>
                  <a:pt x="9635832" y="0"/>
                </a:lnTo>
                <a:lnTo>
                  <a:pt x="9635832" y="997351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26295" y="4896181"/>
            <a:ext cx="9607550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Template</a:t>
            </a:r>
            <a:r>
              <a:rPr dirty="0" spc="-30"/>
              <a:t> </a:t>
            </a:r>
            <a:r>
              <a:rPr dirty="0" spc="-175"/>
              <a:t>Shapes</a:t>
            </a:r>
            <a:r>
              <a:rPr dirty="0" spc="-355"/>
              <a:t> </a:t>
            </a:r>
            <a:r>
              <a:rPr dirty="0" spc="-95"/>
              <a:t>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2026-05-12T09:22:38Z</dcterms:created>
  <dcterms:modified xsi:type="dcterms:W3CDTF">2026-05-12T09:22:38Z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2026-05-09T00:00:00Z</vt:filetime>
  </property>
  <property fmtid="{D5CDD505-2E9C-101B-9397-08002B2CF9AE}" pid="3" name="LastSaved">
    <vt:filetime>2026-05-12T00:00:00Z</vt:filetime>
  </property>
</Properties>
</file>